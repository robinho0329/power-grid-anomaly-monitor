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실시간 전력수급 이상탐지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77B4"/>
                </a:solidFill>
              </a:rPr>
              <a:t>통계(EWMA/CUSUM) · ML(Isolation Forest) · 딥러닝(LSTM-AutoEncoder) 다층 이상탐지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2026-06-29 00:00 ~ 2026-06-30 23:30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571건 · 5분 해상도 · 전국 계통 기준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2026-07-01 00:21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전력계통을 제조 생산라인에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현재 전력수요(부하) = 생산라인 throughput / 공급예비율 = 안전재고·여유율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발전원별 발전량(원자력·LNG·석탄·신재생) = 다중 설비 가동 상태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예비율 임계선 = 규격 한계(USL/LSL) / 수요 급변·예비율 급락 = 공정 이상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KPX 5분 단위 OpenAPI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차별점: SPC 중심의 자매 프로젝트와 달리 ML/DL 기반 이상탐지로 기법 차별화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워크플로우 — 수집→전처리→다층탐지→대시보드/PPT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collect_flow.py가 KPX 수급/발전믹스 5분 폴링 → 멱등 upsert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전처리(EDA): preprocess.py — 리샘플·결측보간·파생변수(변화율·예측오차)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analysis_flow.py가 L1 통계→L2 ML→L3 DL 순차 게이트 실행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대시보드: Streamlit 6페이지 (모니터링·이상타임라인·발전믹스·탐지비교·수요예측·지도)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포트폴리오: 매 분석 후 PPT 자동 생성 + 데일리 리포트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운영: GitHub Actions cron 무중단 수집 — 컴퓨터를 꺼도 데이터 누적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모니터링 — 부하 곡선</a:t>
            </a:r>
          </a:p>
        </p:txBody>
      </p:sp>
      <p:pic>
        <p:nvPicPr>
          <p:cNvPr id="3" name="Picture 2" descr="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현재수요·공급능력·예측수요를 5분 해상도로 추적. 일주기 패턴이 뚜렷.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모니터링 — 공급예비율</a:t>
            </a:r>
          </a:p>
        </p:txBody>
      </p:sp>
      <p:pic>
        <p:nvPicPr>
          <p:cNvPr id="3" name="Picture 2" descr="rese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예비율이 임계선(주의 10%·심각 5%)에 접근하면 블랙아웃 위험 — 경보 발령.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이상탐지 — 다층 타임라인</a:t>
            </a:r>
          </a:p>
        </p:txBody>
      </p:sp>
      <p:pic>
        <p:nvPicPr>
          <p:cNvPr id="3" name="Picture 2" descr="anoma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동일 시계열에 L1(통계)·L2(ML) 탐지 결과를 중첩. 급변 구간을 자동 포착.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이상탐지 — 계층별 비교</a:t>
            </a:r>
          </a:p>
        </p:txBody>
      </p:sp>
      <p:pic>
        <p:nvPicPr>
          <p:cNvPr id="3" name="Picture 2" descr="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계층별 감지 건수 비교. 단순 임계값 대비 다층 탐지로 거짓경보·누락 균형.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571건 · 48시간 분량 5분 해상도 수집·분석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다층 이상탐지 결과: EWMA:2건 · CUSUM:41건 · IForest:0건 · 잔차:0건 · LSTM-AE:스킵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최대 부하: 79,027 MW (06-30 18:40)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예비율: 7.1% (06-30 16:40) — 위험 시점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전처리→탐지→리포트 전 과정 자동화 — 무중단·무비용 파이프라인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