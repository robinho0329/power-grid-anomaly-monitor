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23:30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571건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2026-07-01 06:20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571건 · 48시간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CUSUM:41건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