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2026-07-07 08:45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2,410건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2026-07-07 08:51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2,410건 · 201시간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EWMA:6건 · CUSUM:170건 · IForest:0건 · 잔차:8건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