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2026-07-07 00:35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2,312건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2026-07-07 07:42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2,312건 · 193시간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EWMA:6건 · CUSUM:164건 · IForest:0건 · 잔차:4건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