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2026-07-07 00:35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2,312건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2026-07-07 04:25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발전믹스 — 발전원별 구성</a:t>
            </a:r>
          </a:p>
        </p:txBody>
      </p:sp>
      <p:pic>
        <p:nvPicPr>
          <p:cNvPr id="3" name="Picture 2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6348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원자력·LNG·석탄·신재생 발전 비중. 설비 가동 포트폴리오 모니터링.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2,312건 · 193시간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EWMA:6건 · CUSUM:164건 · IForest:0건 · 잔차:4건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83,396 MW (07-06 18:45)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