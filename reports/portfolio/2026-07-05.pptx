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2026-07-05 23:15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2,008건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2026-07-05 23:21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2,008건 · 167시간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CUSUM:140건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