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01:05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1,742건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03:47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1,742건 · 145시간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