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2026-07-05 00:25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1,734건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2026-07-05 00:35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1,734건 · 144시간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EWMA:5건 · CUSUM:123건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