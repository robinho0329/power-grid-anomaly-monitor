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2026-07-02 19:55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1,104건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2026-07-02 20:03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1,104건 · 92시간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EWMA:3건 · CUSUM:74건 · IForest:0건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