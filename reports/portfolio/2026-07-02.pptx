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2026-07-02 20:00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1,105건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2026-07-02 22:12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1,105건 · 92시간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EWMA:3건 · CUSUM:74건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