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2026-07-06 08:45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2,122건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2026-07-06 08:49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2,122건 · 177시간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CUSUM:145건 · IForest:0건 · 잔차:4건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