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2026-07-05 01:05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1,742건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2026-07-05 10:12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1,742건 · 145시간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CUSUM:121건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