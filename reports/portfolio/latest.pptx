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2026-06-30 23:30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571건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2026-07-01 02:32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571건 · 48시간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EWMA:2건 · CUSUM:41건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