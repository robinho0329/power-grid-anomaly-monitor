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1,389건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20:19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1,389건 · 116시간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CUSUM:93건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