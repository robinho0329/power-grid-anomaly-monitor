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2026-06-29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237건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07:44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237건 · 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EWMA:0건 · CUSUM:18건 · IForest:5건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78,641 MW (06-29 18:30)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23.6% (06-29 18:55)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