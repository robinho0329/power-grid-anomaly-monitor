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2026-07-05 21:35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1,988건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2026-07-05 21:44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1,988건 · 166시간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CUSUM:136건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