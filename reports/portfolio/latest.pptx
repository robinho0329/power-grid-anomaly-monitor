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19:40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1,965건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19:54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1,965건 · 164시간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CUSUM:136건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