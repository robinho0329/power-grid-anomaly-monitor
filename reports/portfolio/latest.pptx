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2026-07-01 08:45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682건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2026-07-01 08:55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682건 · 57시간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EWMA:2건 · CUSUM:48건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