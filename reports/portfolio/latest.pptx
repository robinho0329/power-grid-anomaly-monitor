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2026-07-03 19:40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1,389건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2026-07-03 22:18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1,389건 · 116시간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EWMA:4건 · CUSUM:93건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