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2026-06-30 18:45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514건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2026-06-30 19:20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514건 · 43시간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EWMA:2건 · CUSUM:34건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