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2026-07-02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1,151건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2026-07-03 06:54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1,151건 · 96시간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EWMA:3건 · CUSUM:75건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