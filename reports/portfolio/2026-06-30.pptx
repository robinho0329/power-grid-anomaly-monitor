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2026-06-30 20:45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538건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2026-06-30 21:27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538건 · 45시간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EWMA:2건 · CUSUM:37건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