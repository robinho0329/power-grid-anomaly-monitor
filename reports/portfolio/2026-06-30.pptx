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15:25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474건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2026-06-30 15:35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474건 · 39시간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EWMA:1건 · CUSUM:31건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78,641 MW (06-29 18:30)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23.6% (06-29 18:55)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