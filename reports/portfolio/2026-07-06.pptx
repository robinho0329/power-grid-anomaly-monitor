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00:15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2,020건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02:34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2,020건 · 168시간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CUSUM:141건 · IForest:0건 · 잔차:2건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