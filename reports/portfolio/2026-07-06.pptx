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2026-07-06 20:05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2,258건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2026-07-06 20:09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2,258건 · 188시간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CUSUM:162건 · IForest:0건 · 잔차:4건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83,396 MW (07-06 18:45)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