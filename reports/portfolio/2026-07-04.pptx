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2026-07-03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1,439건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2026-07-04 20:58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1,439건 · 120시간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EWMA:4건 · CUSUM:99건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